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jpg"/><Relationship Id="rId3" Type="http://schemas.openxmlformats.org/officeDocument/2006/relationships/image" Target="../media/image-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audit platform built for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Cooperative Banks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Risk Based Internal Audit (RBIA) Aligned  •  Multi-Language  •  17 Roles  •  Cloud SaaS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Nexly Advisory  |  aegis.nexlyadvisory.com  |  naveenchhikara@hotmail.com  |  February 2026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UCB internal audit is stuck in the past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62763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&amp; Excel Workflows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18470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runs on paper files, spreadsheets, and email follow-ups. No centralized tracking, no real-time status.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RBI Expectations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28986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RBIA framework, increasing inspection rigour — regulatory demands grow every year while tools stay the same.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164592" cy="16459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657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Tools Available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3950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audit software is built for large commercial banks — too complex, too expensive, English-only, and needs an IT department.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Missed findings • Delayed compliance • Poor inspection outcomes • Regulatory risk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AEGIS: purpose-built for UCBs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for the entire internal audit lifecycle — from risk assessment to board reporting — with the RBI RBIA framework built in, not bolted 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365760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75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Audit Lifecycle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→ planning → field execution → findings → compliance tracking → board reporting. Replace 6 spreadsheets with 1 platform.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965960"/>
            <a:ext cx="365760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965960"/>
            <a:ext cx="54864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207568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RBI RBIA Framework Built In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37744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19-parameter risk assessment model. 568 examination items pre-loaded. RBI compliance monitoring and reporting.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365760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11880"/>
            <a:ext cx="54864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21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&amp; Multi-Role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40233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Hindi, Marathi, Gujarati, English. 17 roles from CEO to field auditor. Every user sees what they need.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65760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3611880"/>
            <a:ext cx="54864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372160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Cloud-Hosted SaaS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337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 to buy. No IT team required. We handle setup, training, and support. Hosted in India (AWS Mumbai).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in action — live and deployed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4231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/sessions/relaxed-eloquent-galileo/ss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463040"/>
            <a:ext cx="2331720" cy="1554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3154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Dashboard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Score &amp; Audit Coverage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29000" y="1417320"/>
            <a:ext cx="24231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/sessions/relaxed-eloquent-galileo/ss-finding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74720" y="1463040"/>
            <a:ext cx="2331720" cy="1554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9000" y="3154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Lifecycle &amp; Tracking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126480" y="1417320"/>
            <a:ext cx="2423160" cy="16459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/sessions/relaxed-eloquent-galileo/ss-analytics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72200" y="1463040"/>
            <a:ext cx="2331720" cy="1554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26480" y="31546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Risk Heatmap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Risk Visualization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14" name="Text 9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  •  Multi-tenant  •  4 Languages  •  17 Role-based Views  •  Live at aegis.nexlyadvisory.com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at a glance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7830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17830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104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88920" y="1463040"/>
            <a:ext cx="17830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88920" y="1463040"/>
            <a:ext cx="17830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463040"/>
            <a:ext cx="17830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463040"/>
            <a:ext cx="178308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568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484632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1783080" cy="14630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463040"/>
            <a:ext cx="17830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6459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903720" y="2331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1520" y="3639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(EN/HI/MR/GU)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889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788920" y="3639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Parameters per Branch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46320" y="3639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Examination Areas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03720" y="32918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36393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Platform, Zero Spreadsheets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434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mapped to RBI's Risk-Based Internal Audit framework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 integrated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 Model (RAM) — 19-parameter branch scoring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Audit Planning — risk-ranked, auto-generated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1945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Audit Execution — structured section checklists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Management — severity, tracking, escalation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Lifecycle — Branch → Controlling/Reviewing Officer → ACB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32918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Governance Dashboard — health score, KPIs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Generation — one-click PDF and Excel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Audit Module — parallel audit tracking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Audit — 122-item cyber security checklist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14630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Housekeeping Monitoring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18288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783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Calendar — RBI deadlines pre-loaded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21945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2148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— organizational risk tracking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56032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029200" y="2514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Library — mapped to risks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9260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2880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Program Management — test execution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32918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46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Assessment — IIA standards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54880" y="36576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complete action logging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3977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risk heatmaps, trends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754880" y="438912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9" name="Text 37"/>
          <p:cNvSpPr/>
          <p:nvPr/>
        </p:nvSpPr>
        <p:spPr>
          <a:xfrm>
            <a:off x="5029200" y="43434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users, branches, zones, templates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AEGIS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 roles, each with a dedicated 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2646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Managing Director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3716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Bank-wide health score, audit coverage, risk summary, compliance indicators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92938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874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Internal Audit (HIA)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83280" y="18745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planning, team management, progress tracking, report generation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33172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3230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Compliance Officer (CCO)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37744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status, regulatory deadlines, escalation monitoring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93522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2880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/ Lead Auditor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88036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checklists, examination items, observation recording, evidence upload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3814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3832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Head / Auditee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338328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assigned to branch, response submission, deadline tracking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384048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941064"/>
            <a:ext cx="146304" cy="14630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105156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Observer / ACB Member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38862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audit reports, governance metrics, risk trends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343400"/>
            <a:ext cx="76809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44398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1051560" y="43891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/ Reviewing Officer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83280" y="43891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Zone-level compliance review, finding verification, escalation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includes: IS Auditor, Risk Head, System Admin, Concurrent Auditor, Zonal Auditor, Field Auditor — 17 roles total.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AEGIS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different — built for you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645920"/>
                <a:gridCol w="201168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/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Audit Software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AEGIS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RBI RBIA Framework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568 Examination Items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Pre-loaded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Multi-Language (HI/MR/GU)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4 languages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 UCB-Specific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roles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CEO to Auditor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Lifecycle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follow-ups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tracking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4-stage workflow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Board Dashboard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health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&amp; IT Required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but no control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Servers + IT team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— we handle 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for UCB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but risky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₹10-30L/year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₹3-4L/year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with a free sandbox pilot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a demo environment with your bank's branch structure. Explore the full platform for 4 weeks with zero commitment. If it works for your team, we move to a real-data pilot.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242316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011680"/>
            <a:ext cx="24231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Sandbox Pilot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9077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environment with your branches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access for key users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3831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onboarding and training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68680" y="41239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commitment — explore freely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72968" y="3108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429000" y="2011680"/>
            <a:ext cx="242316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29000" y="2011680"/>
            <a:ext cx="242316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Real-Data Pilot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66160" y="2697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₹50K deposit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66160" y="29077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5–16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66160" y="315468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your actual audit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566160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team onboarding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566160" y="3831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one real audit cycle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566160" y="41239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credited to subscription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70448" y="3108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6126480" y="2011680"/>
            <a:ext cx="2423160" cy="25603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011680"/>
            <a:ext cx="242316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21488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63640" y="237744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Subscription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63640" y="269748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₹3–4L/year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2907792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63640" y="3154680"/>
            <a:ext cx="21488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2461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users and audits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263640" y="3538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support and updates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63640" y="383133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hosted in India (Mumbai)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63640" y="412394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subscription, cancel anytime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731520" y="475488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pricing, subject to final packaging and bank size.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transform your</a:t>
            </a:r>
            <a:endParaRPr lang="en-US" sz="3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process?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set up your free sandbox pilot — no commitment, no cost.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80944"/>
            <a:ext cx="146304" cy="14630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aegis.nexlyadvisory.com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483864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3429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naveenchhikara@hotmail.com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98678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931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Nexly Advisory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61772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  •  The modern audit platform built for Urban Cooperative Banks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The Modern Audit Platform for UCBs</dc:title>
  <dc:subject>PptxGenJS Presentation</dc:subject>
  <dc:creator>Naveen Chhikara</dc:creator>
  <cp:lastModifiedBy>Naveen Chhikara</cp:lastModifiedBy>
  <cp:revision>1</cp:revision>
  <dcterms:created xsi:type="dcterms:W3CDTF">2026-02-21T17:11:08Z</dcterms:created>
  <dcterms:modified xsi:type="dcterms:W3CDTF">2026-02-21T17:11:08Z</dcterms:modified>
</cp:coreProperties>
</file>